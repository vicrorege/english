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3b2438b9f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3b2438b9f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3b2438b9f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3b2438b9f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b2438b9f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b2438b9f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3b2438b9f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3b2438b9f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3b2438b9f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3b2438b9f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Подготовил ученик 6а класса Антохин Тимофей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52060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520601" cy="412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52060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520601" cy="412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520599" cy="4123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